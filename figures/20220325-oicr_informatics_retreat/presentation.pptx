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2F3"/>
    <a:srgbClr val="02BBDA"/>
    <a:srgbClr val="BF9C01"/>
    <a:srgbClr val="F37D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54"/>
    <p:restoredTop sz="94672"/>
  </p:normalViewPr>
  <p:slideViewPr>
    <p:cSldViewPr snapToGrid="0" snapToObjects="1">
      <p:cViewPr varScale="1">
        <p:scale>
          <a:sx n="150" d="100"/>
          <a:sy n="150" d="100"/>
        </p:scale>
        <p:origin x="312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DBB6B-AD16-EC41-ABB3-F9297891C6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E812F7-A79D-2E40-820F-CC37020370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51EEA-8AC6-7244-87A0-837D5F9F4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261F4-AEBB-0740-8774-003F747E1908}" type="datetimeFigureOut">
              <a:rPr lang="en-US" smtClean="0"/>
              <a:t>3/23/22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A8C3D-7F5A-C74A-88FA-D3C75976A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0C60C-9C58-6840-8F24-D018898AE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B641-3994-9F47-B46D-6B48A2D182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692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0A851-AD55-E040-9795-5F3F68F6F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34FA8-711B-2C47-985A-DCF7AB2A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6E69C3-98D8-1648-A8F1-F895B3B74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261F4-AEBB-0740-8774-003F747E1908}" type="datetimeFigureOut">
              <a:rPr lang="en-US" smtClean="0"/>
              <a:t>3/23/22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0C309F-FD69-634F-9EEC-D69FB951A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75EEA-E3E3-C448-95F9-5B69E72D8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B641-3994-9F47-B46D-6B48A2D182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259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1CDAD-46FF-034F-82F5-3C578AA46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4227B-6956-224D-A42F-9A7D70F4D1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B68372-6D36-7548-ADE2-08E8EA858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261F4-AEBB-0740-8774-003F747E1908}" type="datetimeFigureOut">
              <a:rPr lang="en-US" smtClean="0"/>
              <a:t>3/23/22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756840-D14C-0144-8F12-5E1AC4E55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AF982-EF89-2943-97A8-27344A052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B641-3994-9F47-B46D-6B48A2D182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425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5D996-93CB-3F40-9A63-4A3A494FC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00030-5B21-4440-812F-FF412E22B9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A7D446-26FF-D945-A060-AD0EB0CCA9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1BE7CF-297C-2841-B66E-78930EE9F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261F4-AEBB-0740-8774-003F747E1908}" type="datetimeFigureOut">
              <a:rPr lang="en-US" smtClean="0"/>
              <a:t>3/23/22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236C93-CE04-7C43-8041-360CED634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89C70C-9D7C-C040-8518-FE9460FB0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B641-3994-9F47-B46D-6B48A2D182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522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D783D-55CD-1240-B6E1-CCCDF0CE4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8A155-A300-7C47-B707-D6922BDAF8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7E48D3-DD33-7540-A1FD-3F8C032CFD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DE9A9B-59C4-D249-BDD2-23D9882BC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48C661-23C8-B345-BA80-0C76CC5F6A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369F3F-4455-DC48-B38A-F39B44FE0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261F4-AEBB-0740-8774-003F747E1908}" type="datetimeFigureOut">
              <a:rPr lang="en-US" smtClean="0"/>
              <a:t>3/23/22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8C8868-5BB5-A449-995A-E4D6BF1C9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FED422-E7D7-1848-94AA-83E1BBDF2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B641-3994-9F47-B46D-6B48A2D182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992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6306C-C99F-8F4C-8EA8-957B89475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D6B7D1-93C1-EC41-8A7B-5BDDF0919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261F4-AEBB-0740-8774-003F747E1908}" type="datetimeFigureOut">
              <a:rPr lang="en-US" smtClean="0"/>
              <a:t>3/23/22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B27646-D738-D744-8F39-7F959B7DF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6E5D37-988B-194A-B312-B07AA1ABC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B641-3994-9F47-B46D-6B48A2D182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305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969AE2-F4DD-2443-A343-945B06D1A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261F4-AEBB-0740-8774-003F747E1908}" type="datetimeFigureOut">
              <a:rPr lang="en-US" smtClean="0"/>
              <a:t>3/23/22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ED1C37-3D7E-D34D-97D1-16EB60B72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91B2FC-95BA-C44F-A569-9BBA790AF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B641-3994-9F47-B46D-6B48A2D182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417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1BB5A-A400-FB49-8429-75C7C486D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272AA-3736-DD41-9973-65012024B6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EF1D4C-CE36-CF4C-97BE-1DF94C1021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2C8EAD-7DFD-404C-AA74-1C8F64B0C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261F4-AEBB-0740-8774-003F747E1908}" type="datetimeFigureOut">
              <a:rPr lang="en-US" smtClean="0"/>
              <a:t>3/23/22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9B667-4D92-E04E-A05E-FCBDC9EB8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635D0B-6F25-2B47-AC5A-9683BD7F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B641-3994-9F47-B46D-6B48A2D182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38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5D93F-D428-9A45-A8D4-4A52B0961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28AE28-E003-2647-84F7-51AFEF75D1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2F3C8B-7074-3744-8DBF-76A8A70421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F46378-35B3-744A-ACF4-68A46A540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261F4-AEBB-0740-8774-003F747E1908}" type="datetimeFigureOut">
              <a:rPr lang="en-US" smtClean="0"/>
              <a:t>3/23/22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F68D6E-F9B6-A546-BCBC-6EF258F24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DFF9E4-7E96-2049-BCC8-E3C1C3B12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B641-3994-9F47-B46D-6B48A2D182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844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40CAD-6898-7547-AEB0-5CD82999D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6CCC93-D1D0-8A44-8352-6DB21DC35D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F34A6-05D1-4948-8D52-B99F81FCB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261F4-AEBB-0740-8774-003F747E1908}" type="datetimeFigureOut">
              <a:rPr lang="en-US" smtClean="0"/>
              <a:t>3/23/22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879E0-F6D2-294B-8453-F01ED439B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3DBA58-CE8A-844F-B5E7-652A340B5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B641-3994-9F47-B46D-6B48A2D182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179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5F8D78-0F2A-2B47-ABE9-EDF2E69CED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8FB66B-4AC3-6744-9CAB-4B762D5220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C0E2C-A32D-3545-B15A-290EC0E5C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261F4-AEBB-0740-8774-003F747E1908}" type="datetimeFigureOut">
              <a:rPr lang="en-US" smtClean="0"/>
              <a:t>3/23/22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D22D47-E13B-7148-A0B4-8FBBBDF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6EC32-BEE4-E947-8419-EB3D0E684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B641-3994-9F47-B46D-6B48A2D182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215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F6699-4A9F-DC48-8CCF-C368EE523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0FA7FF-5D85-354B-96F7-8157102C7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CBC3B-3D5D-694E-8843-97A7C253BD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7261F4-AEBB-0740-8774-003F747E1908}" type="datetimeFigureOut">
              <a:rPr lang="en-US" smtClean="0"/>
              <a:t>3/23/22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C11747-2EE4-7446-A657-8E9160848B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9FAC6-95FA-E04B-94E3-7DFECD3EAA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92B641-3994-9F47-B46D-6B48A2D182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228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49F6BF8-6134-4642-8F3B-C6165700A3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43000"/>
            <a:ext cx="10972800" cy="45720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DC8D1F8-9D72-8A42-8907-3C452BBE67AB}"/>
              </a:ext>
            </a:extLst>
          </p:cNvPr>
          <p:cNvSpPr txBox="1"/>
          <p:nvPr/>
        </p:nvSpPr>
        <p:spPr>
          <a:xfrm>
            <a:off x="7768164" y="3762358"/>
            <a:ext cx="651934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>
                <a:solidFill>
                  <a:srgbClr val="BF9C01"/>
                </a:solidFill>
              </a:rPr>
              <a:t>6-UBCs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6E9B057-97E9-994A-AAAB-30C0E97A6563}"/>
              </a:ext>
            </a:extLst>
          </p:cNvPr>
          <p:cNvSpPr txBox="1"/>
          <p:nvPr/>
        </p:nvSpPr>
        <p:spPr>
          <a:xfrm>
            <a:off x="9800165" y="4856805"/>
            <a:ext cx="124036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>
                <a:solidFill>
                  <a:srgbClr val="02BBDA"/>
                </a:solidFill>
              </a:rPr>
              <a:t>21-Purkinje cells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3909E98-0171-774B-B24B-B70AF7688D8D}"/>
              </a:ext>
            </a:extLst>
          </p:cNvPr>
          <p:cNvSpPr txBox="1"/>
          <p:nvPr/>
        </p:nvSpPr>
        <p:spPr>
          <a:xfrm>
            <a:off x="9508066" y="1611011"/>
            <a:ext cx="651934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>
                <a:solidFill>
                  <a:srgbClr val="00B2F3"/>
                </a:solidFill>
              </a:rPr>
              <a:t>23-GCPs</a:t>
            </a:r>
          </a:p>
        </p:txBody>
      </p:sp>
    </p:spTree>
    <p:extLst>
      <p:ext uri="{BB962C8B-B14F-4D97-AF65-F5344CB8AC3E}">
        <p14:creationId xmlns:p14="http://schemas.microsoft.com/office/powerpoint/2010/main" val="3128243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5BC213-0B9B-344D-B533-54AAD4DA3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85800"/>
            <a:ext cx="109728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438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</Words>
  <Application>Microsoft Macintosh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Ian Cheong</dc:creator>
  <cp:lastModifiedBy>Ian Cheong</cp:lastModifiedBy>
  <cp:revision>20</cp:revision>
  <dcterms:created xsi:type="dcterms:W3CDTF">2022-03-24T03:27:55Z</dcterms:created>
  <dcterms:modified xsi:type="dcterms:W3CDTF">2022-03-24T03:55:38Z</dcterms:modified>
</cp:coreProperties>
</file>