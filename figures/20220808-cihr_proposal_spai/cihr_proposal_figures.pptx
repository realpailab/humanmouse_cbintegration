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EF84F-53CF-7B43-8A5D-7E008435F24C}" v="8" dt="2022-08-08T17:21:26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FE96A-D27D-B14C-9BDA-0AE80EC6BF9D}" type="datetimeFigureOut">
              <a:rPr lang="en-US" smtClean="0"/>
              <a:t>8/8/22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EC05C-A50B-9C4A-836A-B3B745141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45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(figure generated on 2022-08-08, see `figures` folder)</a:t>
            </a:r>
          </a:p>
          <a:p>
            <a:r>
              <a:rPr lang="en-US" dirty="0"/>
              <a:t>UMAP with cells highlighted by cluster (cell type) or by species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EC05C-A50B-9C4A-836A-B3B7451413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06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(figure generated on 2022-08-08, see `figures` folder)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Bar plot showing number of cells from each species in each of the cell type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EC05C-A50B-9C4A-836A-B3B7451413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0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(figure from results on 2022-07-15)</a:t>
            </a:r>
          </a:p>
          <a:p>
            <a:r>
              <a:rPr lang="en-US" dirty="0"/>
              <a:t>Volcano plot showing the top differentially expressed genes. The vertical red lines indicate a log fold change &gt; -1 or &lt; 1. The horizontal red line indicates an adjusted p-value of 0.05. The p-values shown here have been adjusted using the Bonferroni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EC05C-A50B-9C4A-836A-B3B7451413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6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DE2F-D331-C66D-4023-EBB6AC9F6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455DA-2693-EE64-FCAE-D61F15BE6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F07F4-7819-1C23-EC85-87992D22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F8431-EA1D-CA85-75AA-F05A66D3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B066-36E0-6EB0-4082-ED3DD5E0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65F8-0162-40DF-E390-842BEF92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49F5-4EEE-A48B-9CB6-F38DEA76E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0ED1-2947-BB0E-6395-F0911333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D219D-B88E-0922-FB45-E8FD06F7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7DDE-73F2-2761-7AFB-8763E09A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F2B5-73FB-E425-F1BA-CE6E7A00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36776-149E-9007-9A2C-D29EA0B2B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E2E69-23EA-38C6-3EF3-8E122E4A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5D490-F81D-E460-00C8-E50586E7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9B44D-AD48-E251-5368-2BD21435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1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F50A-88EF-7965-2DA0-8DEB82EF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B876-4611-8386-3BCD-0EE5B12A6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FA21A-A59B-8347-BF01-66296C3D8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B3A88-E1E6-EE09-190C-47809062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B8B97-0C79-99B9-6072-7866858A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1F471-E4AC-214A-64DE-121E2E7B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33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B3AB-00C8-62E8-654D-D3F878F0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5AE09-05C1-75F3-B7D4-B4CE1C59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334DF-6B9B-4E1C-3DD3-12D16C8AA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A1A53-E845-FFD3-728E-27D2B10CF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66B73-B10A-47A9-06D6-5166A16A1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82D18-A90A-E6F7-67E0-B904473E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C0B75-029D-CEB9-7F44-09EAFFD3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F4CDA-DE7E-652E-7D65-D40DA217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2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7EB2-4DC9-570E-0ADE-9CF34B94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D60AD-F08B-F304-F64F-978C9D30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04065-CA2A-2D56-99D2-0DCD5636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8E974-6FEB-8004-85B4-2A8ED378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3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7B439-3BA5-30DF-A49A-A90B4E79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F55E0-0793-1F1B-233E-01AD1283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A30DE-C7D2-52A5-7D39-D70C76B9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8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CE27-580C-C6E8-9C11-7C6DCE81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47E1-F86E-9DA8-1D21-591CFF5F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277B7-19A8-5E76-C454-2701830DA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7434B-CE11-F10C-9509-3945CC22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A9853-7E85-33BF-7163-C0851E6A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C6C7C-D678-8F7C-A8DF-C3205F82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C1E5-FAD9-9E93-075D-A930C163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41569-0CE5-FC4A-C0AC-25132F33F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2720D-A2A1-0E4A-4D3F-8B9D27023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4FC36-710E-B961-93B1-923F5B8A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7D580-A9C3-A151-3D86-BCF8E5E9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F7489-FE21-1028-42BF-7DA5877C2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3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65C2-CEC2-4202-AAE6-B2058A42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43BF-6DF4-CF58-EDD8-5E94AFF15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C426-AF6E-EF8A-1FB9-7E2CA7D0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17E8D-C858-3522-E76C-37ADC43A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BA457-5952-87B9-D628-78002303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7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211A0-DF94-AC77-9E78-8E9BF7FFF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A64C3-6D11-4FFB-6319-CE28638B5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F87E-9844-AEFC-E5C6-7F2A2A2B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4D0E-3F37-820A-0662-A3B1F09E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C3AFF-B403-500C-3F63-AB78F1CC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5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7FA92-F8F5-F1A4-4AB0-C861880E3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3DF26-F9A6-92EE-0F1D-561A4A2A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58AA3-50D1-39D8-CA19-EBF627871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5194B-7895-124A-B098-BE0B53AC21B0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A380-6895-BC15-87E7-07146629C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12544-D5A4-CB30-45FC-10103D104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F0056-68F1-E24B-BA99-93458303F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05D4-0002-3618-068F-7F712A4425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CIHR Proposal 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2DAC6-0479-3A61-B5AC-0FAB079D3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Shraddha Pai</a:t>
            </a:r>
          </a:p>
        </p:txBody>
      </p:sp>
    </p:spTree>
    <p:extLst>
      <p:ext uri="{BB962C8B-B14F-4D97-AF65-F5344CB8AC3E}">
        <p14:creationId xmlns:p14="http://schemas.microsoft.com/office/powerpoint/2010/main" val="139259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17EB3F-9A8A-3895-CE84-0D5A5A9A7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44" y="1274379"/>
            <a:ext cx="11491312" cy="430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9DCBC-6F7F-2C47-BF0A-4E66F0FFB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6" y="790903"/>
            <a:ext cx="10552387" cy="52761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427C32-F04B-71AF-1B8E-848CF334A41D}"/>
              </a:ext>
            </a:extLst>
          </p:cNvPr>
          <p:cNvSpPr txBox="1"/>
          <p:nvPr/>
        </p:nvSpPr>
        <p:spPr>
          <a:xfrm>
            <a:off x="9995339" y="5580993"/>
            <a:ext cx="1765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(UBC clusters are 8, 17, and 18)</a:t>
            </a:r>
          </a:p>
        </p:txBody>
      </p:sp>
    </p:spTree>
    <p:extLst>
      <p:ext uri="{BB962C8B-B14F-4D97-AF65-F5344CB8AC3E}">
        <p14:creationId xmlns:p14="http://schemas.microsoft.com/office/powerpoint/2010/main" val="157137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1BF2C-DD90-18FC-8420-04CCDCD83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50" y="88900"/>
            <a:ext cx="8013700" cy="6680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1C4334-ECE2-9878-D774-242BEA99B9FD}"/>
              </a:ext>
            </a:extLst>
          </p:cNvPr>
          <p:cNvCxnSpPr>
            <a:cxnSpLocks/>
          </p:cNvCxnSpPr>
          <p:nvPr/>
        </p:nvCxnSpPr>
        <p:spPr>
          <a:xfrm>
            <a:off x="7746125" y="6516414"/>
            <a:ext cx="13243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C0CEDE-395A-FF3F-566C-2E5246E412E0}"/>
              </a:ext>
            </a:extLst>
          </p:cNvPr>
          <p:cNvSpPr txBox="1"/>
          <p:nvPr/>
        </p:nvSpPr>
        <p:spPr>
          <a:xfrm>
            <a:off x="9231694" y="6147082"/>
            <a:ext cx="2154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Higher expression in cluster 8 (conserved between human and mice)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F2A329-35B7-17DC-525A-7BC84BCC76C4}"/>
              </a:ext>
            </a:extLst>
          </p:cNvPr>
          <p:cNvCxnSpPr>
            <a:cxnSpLocks/>
          </p:cNvCxnSpPr>
          <p:nvPr/>
        </p:nvCxnSpPr>
        <p:spPr>
          <a:xfrm rot="10800000">
            <a:off x="4039583" y="6516414"/>
            <a:ext cx="13243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FBCE50-71A7-20B5-E1E8-80B76F492A9B}"/>
              </a:ext>
            </a:extLst>
          </p:cNvPr>
          <p:cNvSpPr txBox="1"/>
          <p:nvPr/>
        </p:nvSpPr>
        <p:spPr>
          <a:xfrm>
            <a:off x="1657343" y="6147082"/>
            <a:ext cx="2154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Higher expression in clusters 17 and 188 (human-specific)</a:t>
            </a:r>
          </a:p>
        </p:txBody>
      </p:sp>
    </p:spTree>
    <p:extLst>
      <p:ext uri="{BB962C8B-B14F-4D97-AF65-F5344CB8AC3E}">
        <p14:creationId xmlns:p14="http://schemas.microsoft.com/office/powerpoint/2010/main" val="389506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151</Words>
  <Application>Microsoft Macintosh PowerPoint</Application>
  <PresentationFormat>Widescreen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CIHR Proposal 2022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CIHR Proposal 2022</dc:title>
  <dc:creator>Ian Cheong</dc:creator>
  <cp:lastModifiedBy>Ian Cheong</cp:lastModifiedBy>
  <cp:revision>2</cp:revision>
  <dcterms:created xsi:type="dcterms:W3CDTF">2022-08-08T17:10:43Z</dcterms:created>
  <dcterms:modified xsi:type="dcterms:W3CDTF">2022-08-08T17:25:20Z</dcterms:modified>
</cp:coreProperties>
</file>